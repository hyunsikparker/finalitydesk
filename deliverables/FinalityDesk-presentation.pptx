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c508e02d57402c" /><Relationship Type="http://schemas.openxmlformats.org/officeDocument/2006/relationships/extended-properties" Target="/docProps/app.xml" Id="R0b33d689c6aa4039" /><Relationship Type="http://schemas.openxmlformats.org/officeDocument/2006/relationships/officeDocument" Target="/ppt/presentation.xml" Id="R031f1741f5c942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d02b0bd2e4468b"/>
  </p:sldMasterIdLst>
  <p:notesMasterIdLst>
    <p:notesMasterId xmlns:r="http://schemas.openxmlformats.org/officeDocument/2006/relationships" r:id="R8850383029a14ccf"/>
  </p:notesMasterIdLst>
  <p:sldIdLst>
    <p:sldId xmlns:r="http://schemas.openxmlformats.org/officeDocument/2006/relationships" id="256" r:id="Rab4bbb0968a14529"/>
    <p:sldId xmlns:r="http://schemas.openxmlformats.org/officeDocument/2006/relationships" id="257" r:id="Rc1872014c9ad4960"/>
    <p:sldId xmlns:r="http://schemas.openxmlformats.org/officeDocument/2006/relationships" id="258" r:id="R30ed25c0b4f64c4b"/>
    <p:sldId xmlns:r="http://schemas.openxmlformats.org/officeDocument/2006/relationships" id="259" r:id="Rb1bc1e01f2044d16"/>
    <p:sldId xmlns:r="http://schemas.openxmlformats.org/officeDocument/2006/relationships" id="260" r:id="Raec4611c374c4ede"/>
    <p:sldId xmlns:r="http://schemas.openxmlformats.org/officeDocument/2006/relationships" id="261" r:id="R35a6912308314d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f0cb454cf544f3" /><Relationship Type="http://schemas.openxmlformats.org/officeDocument/2006/relationships/slideMaster" Target="/ppt/slideMasters/slideMaster1.xml" Id="R44d02b0bd2e4468b" /><Relationship Type="http://schemas.openxmlformats.org/officeDocument/2006/relationships/notesMaster" Target="/ppt/notesMasters/notesMaster1.xml" Id="R8850383029a14ccf" /><Relationship Type="http://schemas.openxmlformats.org/officeDocument/2006/relationships/presProps" Target="/ppt/presProps.xml" Id="R47b1a49f3cd24425" /><Relationship Type="http://schemas.openxmlformats.org/officeDocument/2006/relationships/tableStyles" Target="/ppt/tableStyles.xml" Id="R70637491abf844f3" /><Relationship Type="http://schemas.openxmlformats.org/officeDocument/2006/relationships/slide" Target="/ppt/slides/slide1.xml" Id="Rab4bbb0968a14529" /><Relationship Type="http://schemas.openxmlformats.org/officeDocument/2006/relationships/slide" Target="/ppt/slides/slide2.xml" Id="Rc1872014c9ad4960" /><Relationship Type="http://schemas.openxmlformats.org/officeDocument/2006/relationships/slide" Target="/ppt/slides/slide3.xml" Id="R30ed25c0b4f64c4b" /><Relationship Type="http://schemas.openxmlformats.org/officeDocument/2006/relationships/slide" Target="/ppt/slides/slide4.xml" Id="Rb1bc1e01f2044d16" /><Relationship Type="http://schemas.openxmlformats.org/officeDocument/2006/relationships/slide" Target="/ppt/slides/slide5.xml" Id="Raec4611c374c4ede" /><Relationship Type="http://schemas.openxmlformats.org/officeDocument/2006/relationships/slide" Target="/ppt/slides/slide6.xml" Id="R35a6912308314d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4c24422d4743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e49f8ffcd3418a" /><Relationship Type="http://schemas.openxmlformats.org/officeDocument/2006/relationships/notesMaster" Target="/ppt/notesMasters/notesMaster1.xml" Id="Rc6416db8696b47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c908b498c24dc4" /><Relationship Type="http://schemas.openxmlformats.org/officeDocument/2006/relationships/notesMaster" Target="/ppt/notesMasters/notesMaster1.xml" Id="R48d01d3b687247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7d502b3eb744f5" /><Relationship Type="http://schemas.openxmlformats.org/officeDocument/2006/relationships/notesMaster" Target="/ppt/notesMasters/notesMaster1.xml" Id="R68e9e31b1d2e49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f1003d39e64cd4" /><Relationship Type="http://schemas.openxmlformats.org/officeDocument/2006/relationships/notesMaster" Target="/ppt/notesMasters/notesMaster1.xml" Id="R7345a8f96c274b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b7128355ee48f3" /><Relationship Type="http://schemas.openxmlformats.org/officeDocument/2006/relationships/notesMaster" Target="/ppt/notesMasters/notesMaster1.xml" Id="R3e7f3caf636b4e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5fa91160f44799" /><Relationship Type="http://schemas.openxmlformats.org/officeDocument/2006/relationships/notesMaster" Target="/ppt/notesMasters/notesMaster1.xml" Id="R038fa7088f8744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prototype for 3rd-Web-Hack. AI-assisted implementation and verification. Official requirements: https://3rd-web-hack.devpost.com/rules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Ethereum ERC-20 specification: https://eips.ethereum.org/EIPS/eip-20. JSON-RPC receipt and block semantics: https://ethereum.org/developers/docs/apis/json-rpc/. The request below is a test request constructed from a public transfer. It is not an invoice or a claim about the owner of the funds.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Implementation: src/verify.js. Read-only methods: eth_chainId, eth_getTransactionReceipt and eth_getBlockByNumber. Canonical block includes the transaction hash. The app repeats the canonical block lookup after the finalized-head query.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Observed in the running app on 2026-09-10 KST. Public Ethereum transaction 0x856882cc483e298622f21946a49c1ef9890de197a82d18ef7147c7b3cca06e24, block 25942596. Token contract from Circle: https://developers.circle.com/stablecoins/usdc-contract-addresses. Primary public observation via https://eth.drpc.org. Local implementation checks cover malformed receipts, wrong identifiers, duplicate/removed logs, canonical reorg evidence and integer precision.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Etherscan: https://info.etherscan.com/understanding-an-ethereum-transaction/. Request Finance: https://help.request.finance/en/articles/10123680-smart-contracts-at-request-finance. These sources establish existing transaction inspection and invoice reconciliation. No claim of novel reconciliation or superiority is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Setup commands are in the included README. Product limits apply to current implementation. No user time savings or financial outcomes have been measured. No official competition result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6e5e7d053d40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ac74c364e14bdd" /><Relationship Type="http://schemas.openxmlformats.org/officeDocument/2006/relationships/slideLayout" Target="/ppt/slideLayouts/slideLayout1.xml" Id="Rcc75e69959f546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75e69959f546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53943f837448c" /><Relationship Type="http://schemas.openxmlformats.org/officeDocument/2006/relationships/notesSlide" Target="/ppt/notesSlides/notesSlide1.xml" Id="R9c42dc21fa8441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63c8e3f8e4395" /><Relationship Type="http://schemas.openxmlformats.org/officeDocument/2006/relationships/notesSlide" Target="/ppt/notesSlides/notesSlide2.xml" Id="R32292979cc924b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3f1582ebf4c7f" /><Relationship Type="http://schemas.openxmlformats.org/officeDocument/2006/relationships/notesSlide" Target="/ppt/notesSlides/notesSlide3.xml" Id="Rad3ced8da7614b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61ac9023d24395" /><Relationship Type="http://schemas.openxmlformats.org/officeDocument/2006/relationships/image" Target="/ppt/media/image.png" Id="Reab725eccec84e65" /><Relationship Type="http://schemas.openxmlformats.org/officeDocument/2006/relationships/notesSlide" Target="/ppt/notesSlides/notesSlide4.xml" Id="R61259d00451b41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c2cc6f4814fc9" /><Relationship Type="http://schemas.openxmlformats.org/officeDocument/2006/relationships/notesSlide" Target="/ppt/notesSlides/notesSlide5.xml" Id="Ra4888def7aa140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da5f01b4f4b01" /><Relationship Type="http://schemas.openxmlformats.org/officeDocument/2006/relationships/notesSlide" Target="/ppt/notesSlides/notesSlide6.xml" Id="R57602c44db6944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EF21C-0FD5-4D55-A1AD-47D5DFAE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FinalityDesk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ED70F-6621-4EB4-B518-EE6EF244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Checking an ERC-20 transfer</a:t>
            </a:r>
          </a:p>
          <a:p xmlns:a="http://schemas.openxmlformats.org/drawingml/2006/main">
            <a:pPr>
              <a:defRPr sz="43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against an expected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6CB5E-DEB2-4082-91A4-59CE7338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Ethereum prototype</a:t>
            </a:r>
          </a:p>
        </p:txBody>
      </p:sp>
    </p:spTree>
    <p:extLst>
      <p:ext uri="{BB962C8B-B14F-4D97-AF65-F5344CB8AC3E}">
        <p14:creationId xmlns:p14="http://schemas.microsoft.com/office/powerpoint/2010/main" val="4010374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E424D-EF2C-4024-AB3A-7E724B18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The reconciliation task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08603-7732-4BA0-B131-70B8F50D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An execution-success flag leaves the expected</a:t>
            </a:r>
          </a:p>
          <a:p xmlns:a="http://schemas.openxmlformats.org/drawingml/2006/main">
            <a:pPr>
              <a:defRPr sz="25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recipient, contract and amount to be checked.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BA071-ACFD-4DD4-9BF7-57E4B80F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The demonstrated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279DC-94B7-4649-8DDF-6AE7CC35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668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Ethereum Mainnet</a:t>
            </a:r>
          </a:p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USDC contract selected by address</a:t>
            </a:r>
          </a:p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287942875 base units to the expected recipient</a:t>
            </a:r>
          </a:p>
        </p:txBody>
      </p:sp>
    </p:spTree>
    <p:extLst>
      <p:ext uri="{BB962C8B-B14F-4D97-AF65-F5344CB8AC3E}">
        <p14:creationId xmlns:p14="http://schemas.microsoft.com/office/powerpoint/2010/main" val="19592610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5C223-8A2F-4F8C-BAE7-E20E40AA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Verification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83CA8-CF1D-428B-90EE-C4F8B8B5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1.  Read the chain ID and transaction receipt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CA5D0-46F4-4DF2-A8A0-9C6F8CA2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2.  Bind the receipt to a canonical block, then recheck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08127-D23F-4BB6-BC78-CC866643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3.  Compare one transfer with the expected request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1E7A8-FE40-49F5-877B-797B7CC2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4.  Report transfer matching and finality separately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66FBB-5021-42BA-B51D-A8D1575C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5.  Export the report with its raw RPC observations</a:t>
            </a:r>
          </a:p>
        </p:txBody>
      </p:sp>
    </p:spTree>
    <p:extLst>
      <p:ext uri="{BB962C8B-B14F-4D97-AF65-F5344CB8AC3E}">
        <p14:creationId xmlns:p14="http://schemas.microsoft.com/office/powerpoint/2010/main" val="866999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F1B1A-F50A-4AB9-B39B-ACCC43F7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Working result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725eccec84e65"/>
          <a:stretch xmlns:a="http://schemas.openxmlformats.org/drawingml/2006/main"/>
        </p:blipFill>
        <p:spPr>
          <a:xfrm xmlns:a="http://schemas.openxmlformats.org/drawingml/2006/main">
            <a:off x="1928401" y="1524000"/>
            <a:ext cx="8316148" cy="2476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82988-DB44-419B-8938-8F304F2B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28 automated checks passed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299F9-5770-4E07-8C0B-EDCF400E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The public transfer matched. Increasing the expected</a:t>
            </a:r>
          </a:p>
          <a:p xmlns:a="http://schemas.openxmlformats.org/drawingml/2006/main">
            <a:pPr>
              <a:defRPr sz="21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amount by one base unit produced a mismatch.</a:t>
            </a:r>
          </a:p>
        </p:txBody>
      </p:sp>
    </p:spTree>
    <p:extLst>
      <p:ext uri="{BB962C8B-B14F-4D97-AF65-F5344CB8AC3E}">
        <p14:creationId xmlns:p14="http://schemas.microsoft.com/office/powerpoint/2010/main" val="9505097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498E99-BE3E-4BA8-9D12-CD96D3A5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Scope and prior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02496-9823-4810-A2AD-07ED81E8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Etherscan provides transaction and token-transfer details.</a:t>
            </a:r>
          </a:p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Request Finance supports invoice reconciliation.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41554-AF8C-4955-8E3C-30DBB122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8585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FinalityDesk checks one expected transfer in the browser.</a:t>
            </a:r>
          </a:p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It combines exact base units, a canonical block recheck</a:t>
            </a:r>
          </a:p>
          <a:p xmlns:a="http://schemas.openxmlformats.org/drawingml/2006/main">
            <a:pPr>
              <a:def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and finality observations in a portable report.</a:t>
            </a:r>
          </a:p>
        </p:txBody>
      </p:sp>
    </p:spTree>
    <p:extLst>
      <p:ext uri="{BB962C8B-B14F-4D97-AF65-F5344CB8AC3E}">
        <p14:creationId xmlns:p14="http://schemas.microsoft.com/office/powerpoint/2010/main" val="3698650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8E9C44-084A-4349-B687-A8F6B2CB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Use and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DF98A-E1EB-4285-9D85-648A3D2C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Run locally with npm ci, then npm run dev.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46C218-7C07-4DA7-9495-8A2FE2B4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No wallet connection or transaction signing.</a:t>
            </a:r>
          </a:p>
          <a:p xmlns:a="http://schemas.openxmlformats.org/drawingml/2006/main">
            <a:pPr>
              <a:def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The selected RPC provider receives the transaction hash.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E762F-36C6-42A7-AC53-5E152947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A report observes one provider. It does not establish</a:t>
            </a:r>
          </a:p>
          <a:p xmlns:a="http://schemas.openxmlformats.org/drawingml/2006/main">
            <a:pPr>
              <a:def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invoice ownership, prevent invoice reuse or prove cash received.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56F92-9488-4F02-B142-BD15132D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71B19"/>
                </a:solidFill>
                <a:latin typeface="Helvetica Neue"/>
                <a:ea typeface="Helvetica Neue"/>
                <a:cs typeface="Helvetica Neue"/>
              </a:rPr>
              <a:t>AI-assisted implementation and verification</a:t>
            </a:r>
          </a:p>
        </p:txBody>
      </p:sp>
    </p:spTree>
    <p:extLst>
      <p:ext uri="{BB962C8B-B14F-4D97-AF65-F5344CB8AC3E}">
        <p14:creationId xmlns:p14="http://schemas.microsoft.com/office/powerpoint/2010/main" val="7550528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2026-09-09T22:21:17.7580000Z</dcterms:created>
  <dcterms:modified xsi:type="dcterms:W3CDTF">2026-09-09T22:21:17.7580000Z</dcterms:modified>
</coreProperties>
</file>